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03f30dbb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03f30dbb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3f30dbb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03f30dbb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03f30dbb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03f30dbb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03f30dbb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03f30dbb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03f30dbb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03f30dbb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03f30dbb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03f30dbb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03f30dbb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03f30dbb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03f30dbb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03f30dbb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03f30dbb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03f30dbb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03f30dbb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03f30dbb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3f30dbb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03f30dbb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03f30dbb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03f30dbb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03f30dbb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03f30dbb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Stevieb253/CPTS421_International_Rating_Algorithm/blob/main/docs/MoM/MoM_2026-03-05.pdf" TargetMode="External"/><Relationship Id="rId4" Type="http://schemas.openxmlformats.org/officeDocument/2006/relationships/hyperlink" Target="https://github.com/Stevieb253/CPTS421_International_Rating_Algorithm/blob/main/docs/PresentationVideos/Sprint5/Sprint%20Report%205.m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International Admissions Rating Algorithm - IARA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Khushi panchal &amp; Steven </a:t>
            </a:r>
            <a:r>
              <a:rPr lang="en-GB"/>
              <a:t>Bennett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5 Goals	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Stabilize backend so all core features work end-to-end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Rebuild all templates to WSU brand standards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Complete admin user management functionality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Fix broken UI elements blocking core workflows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Deploy our project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5 Objectives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Fix bugs blocking report generation, analytics, and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Rebuild all templates to WSU brand standards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Complete admin user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Improve fraud detection UX and reliability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WSU Brand Redesign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WSU Crimson #a60f2d, Montserrat font, official WSU CDN design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Consistent header, nav, footer across all pages.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Report Generation</a:t>
            </a:r>
            <a:endParaRPr b="1"/>
          </a:p>
          <a:p>
            <a:pPr indent="-311150" lvl="0" marL="3600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Was crashing with 500 error every time.</a:t>
            </a:r>
            <a:endParaRPr/>
          </a:p>
          <a:p>
            <a:pPr indent="-311150" lvl="0" marL="3600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3 stacked root causes: wrong return type, DB NOT NULL constraint, numpy types in ReportLab</a:t>
            </a:r>
            <a:endParaRPr/>
          </a:p>
          <a:p>
            <a:pPr indent="-311150" lvl="0" marL="3600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All fixed, PDFs now generate with scores, essay analysis, staff comments, recommendation</a:t>
            </a:r>
            <a:endParaRPr/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Implementation &amp; Demo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Implementation &amp; Demo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Analytics &amp; Admin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Analytics: updates after every single analysis, not just batch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Admin: working Deactivate/Delete buttons, protected admin account, all actions logged</a:t>
            </a:r>
            <a:endParaRPr/>
          </a:p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Bug Fixes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File upload: dialog was closing instantly  wired input click manually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Checkboxes: WSU bundle broke native rendering replaced with custom SVG implementation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Challenges: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Report had 3 stacked bugs each hiding the others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Transcript analyze button had a silent JS error killing the entire script no visible error message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All templates took as long as all backend fixes combined</a:t>
            </a:r>
            <a:endParaRPr/>
          </a:p>
        </p:txBody>
      </p:sp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Achievements &amp; Challenges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Achievements: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Report generation works end-to-end for the first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All templates WSU-compliant and deployment-ready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Admin panel fully functional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48800" y="24118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Khushi’s Demo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Implementation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3708000" cy="27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Fraud Detection Loading Bar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Both financial and transcript pages now show a progress indicator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Previously no feedback during slow multi-page scans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Fraud Detection Test Suite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Automated tests for both financial and transcript fraud systems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Catches regressions before deployment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4948150" y="1939125"/>
            <a:ext cx="3593400" cy="27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PDF Text Wrapping Fix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Long text fields were overflowing in fraud detection PDF exports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All content now renders cleanly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648800" y="24118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Steven’s </a:t>
            </a:r>
            <a:r>
              <a:rPr lang="en-GB"/>
              <a:t>De</a:t>
            </a:r>
            <a:r>
              <a:rPr lang="en-GB"/>
              <a:t>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Deployment</a:t>
            </a:r>
            <a:r>
              <a:rPr lang="en-GB"/>
              <a:t> of the system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Deployed via Render (cloud-based, free tier)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Connected directly to GitHub repository for automatic deploys on push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Environment variables (OPENAI_API_KEY) configured securely in Render dashboard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Start command: gunicorn code.app:app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Client deployment is live, feedback session scheduled post-demo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22 unit tests written and passing across fraud detection modules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Tests cover: severity scoring, signal detection, escalation logic, and API wrapper structure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 of Report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Minutes of Meeting: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https://github.com/Stevieb253/CPTS421_International_Rating_Algorithm/blob/main/docs/MoM/MoM_2026-03-05.pdf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Sprint 5 Report: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https://github.com/Stevieb253/CPTS421_International_Rating_Algorithm/blob/main/docs/PresentationVideos/Sprint5/Sprint%20Report%205.md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Retrospective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Went well: systematic debugging, WSU CDN saved time, Steven's tests add reliability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Improve: parallelize UI work next sprint, add JS error logging, scope frontend more carefully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Next sprint: persist results to DB, expand test suite.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Responsible use of AI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Claude (Anthropic) used for debugging, and documentation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All outputs reviewed, tested, and validated before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Limitations: occasionally addressed symptoms not root causes manual verification required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All final decisions and deliverables remain the team's responsibility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backend bugs fixed, templates redesigned, fraud detection improved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System deploying to Render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/>
              <a:t>Thank you 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