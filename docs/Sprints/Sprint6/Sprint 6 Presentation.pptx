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701BE-3711-45DB-9E5A-A9F9190713A0}" v="19" dt="2026-04-17T05:52:38.466"/>
    <p1510:client id="{0AF74330-4CD0-1EBA-20F4-1CCA71698392}" v="9" dt="2026-04-17T15:57:22.486"/>
    <p1510:client id="{6A52E811-AB83-FE2C-A986-EE2114677C52}" v="2327" dt="2026-04-17T05:43:25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4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2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2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2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0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2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3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5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41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9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50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iara-app-25.azurewebsites.net/log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evieb253/CPTS421_International_Rating_Algorithm/tree/main/docs/M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CwvCrDrtRSgEV96Z-yefJ93jxIY6wlf1aZAe9BqHtTY/edit?tab=t.0" TargetMode="External"/><Relationship Id="rId2" Type="http://schemas.openxmlformats.org/officeDocument/2006/relationships/hyperlink" Target="https://emailwsu-my.sharepoint.com/:w:/g/personal/steven_bennett_wsu_edu/IQCez5vlGE-8Saf5FY5bkE7fAVUIwUEd71m6P9G7xm4YRLc?e=jB2GC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>
                <a:solidFill>
                  <a:srgbClr val="000000"/>
                </a:solidFill>
                <a:latin typeface="Aptos Display"/>
              </a:rPr>
              <a:t>International Admissions Rating Algorithm - IARA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solidFill>
                  <a:srgbClr val="000000"/>
                </a:solidFill>
                <a:latin typeface="Aptos"/>
                <a:ea typeface="Lato"/>
                <a:cs typeface="Lato"/>
              </a:rPr>
              <a:t>Khushi Panchal &amp; Steven Bennett</a:t>
            </a:r>
            <a:endParaRPr lang="en-US"/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E4B1-C262-FB05-5D85-9A316074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9B146-1B8E-3D81-B51C-7D3301245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Decision-support system for internation applicant evaluation</a:t>
            </a:r>
          </a:p>
          <a:p>
            <a:r>
              <a:rPr lang="en-US"/>
              <a:t>Designed for WSU International Programs admissions</a:t>
            </a:r>
          </a:p>
          <a:p>
            <a:r>
              <a:rPr lang="en-US"/>
              <a:t>Evaluates applicants using scoring, AI analysis, and document checks</a:t>
            </a:r>
          </a:p>
          <a:p>
            <a:r>
              <a:rPr lang="en-US"/>
              <a:t>Team roles: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Khushi Panchal - </a:t>
            </a:r>
            <a:r>
              <a:rPr lang="en-US">
                <a:ea typeface="+mn-lt"/>
                <a:cs typeface="+mn-lt"/>
              </a:rPr>
              <a:t>Full-stack development, scoring engine, UI, database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Steven Bennett - </a:t>
            </a:r>
            <a:r>
              <a:rPr lang="en-US">
                <a:ea typeface="+mn-lt"/>
                <a:cs typeface="+mn-lt"/>
              </a:rPr>
              <a:t>Fraud detection, backend integration, deployment</a:t>
            </a:r>
            <a:endParaRPr lang="en-US"/>
          </a:p>
          <a:p>
            <a:r>
              <a:rPr lang="en-US"/>
              <a:t>Sprint 6 focus: final implementation, deployment, and client delivery</a:t>
            </a:r>
          </a:p>
        </p:txBody>
      </p:sp>
    </p:spTree>
    <p:extLst>
      <p:ext uri="{BB962C8B-B14F-4D97-AF65-F5344CB8AC3E}">
        <p14:creationId xmlns:p14="http://schemas.microsoft.com/office/powerpoint/2010/main" val="11211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93CA-0BA8-C068-009A-697D812A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6 Goals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F082-92EE-3210-6726-626152D55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Finalize system features and integration</a:t>
            </a:r>
          </a:p>
          <a:p>
            <a:r>
              <a:rPr lang="en-US"/>
              <a:t>Deploy application to a live environment</a:t>
            </a:r>
          </a:p>
          <a:p>
            <a:r>
              <a:rPr lang="en-US"/>
              <a:t>Validate end-to-end workflow functionality</a:t>
            </a:r>
          </a:p>
          <a:p>
            <a:r>
              <a:rPr lang="en-US"/>
              <a:t>Prepare system for real-world deployment</a:t>
            </a:r>
          </a:p>
          <a:p>
            <a:r>
              <a:rPr lang="en-US"/>
              <a:t>Deliver final product to client</a:t>
            </a:r>
          </a:p>
        </p:txBody>
      </p:sp>
    </p:spTree>
    <p:extLst>
      <p:ext uri="{BB962C8B-B14F-4D97-AF65-F5344CB8AC3E}">
        <p14:creationId xmlns:p14="http://schemas.microsoft.com/office/powerpoint/2010/main" val="107919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4712-5C6E-C63F-E89B-69F2DFED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Implementation &amp;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20B7-F7C0-829B-703C-414646CF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Core workflow: scoring, essay analysis, fraud detection, reporting</a:t>
            </a:r>
          </a:p>
          <a:p>
            <a:r>
              <a:rPr lang="en-US"/>
              <a:t>Batch processing for multiple applicants</a:t>
            </a:r>
          </a:p>
          <a:p>
            <a:r>
              <a:rPr lang="en-US"/>
              <a:t>Analytics dashboard for insights and trends</a:t>
            </a:r>
          </a:p>
          <a:p>
            <a:r>
              <a:rPr lang="en-US"/>
              <a:t>End-to-end functionality in deployed system</a:t>
            </a:r>
          </a:p>
        </p:txBody>
      </p:sp>
    </p:spTree>
    <p:extLst>
      <p:ext uri="{BB962C8B-B14F-4D97-AF65-F5344CB8AC3E}">
        <p14:creationId xmlns:p14="http://schemas.microsoft.com/office/powerpoint/2010/main" val="16269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6AD5-4A8A-75DF-BEBA-77E8CCD2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3973-2685-E051-2FF3-9EEE1535F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Platform: Microsoft Azure (App Service, Container)</a:t>
            </a:r>
          </a:p>
          <a:p>
            <a:r>
              <a:rPr lang="en-US"/>
              <a:t>Deployment: Manual container-based deployment</a:t>
            </a:r>
          </a:p>
          <a:p>
            <a:r>
              <a:rPr lang="en-US"/>
              <a:t>Live System: </a:t>
            </a:r>
            <a:r>
              <a:rPr lang="en-US">
                <a:ea typeface="+mn-lt"/>
                <a:cs typeface="+mn-lt"/>
                <a:hlinkClick r:id="rId2"/>
              </a:rPr>
              <a:t>http://iara-app-25.azurewebsites.net/login</a:t>
            </a:r>
          </a:p>
          <a:p>
            <a:r>
              <a:rPr lang="en-US"/>
              <a:t>Client Feedback: </a:t>
            </a:r>
            <a:r>
              <a:rPr lang="en-US">
                <a:ea typeface="+mn-lt"/>
                <a:cs typeface="+mn-lt"/>
              </a:rPr>
              <a:t>Collected during final system walkthrough</a:t>
            </a:r>
          </a:p>
          <a:p>
            <a:r>
              <a:rPr lang="en-US">
                <a:ea typeface="+mn-lt"/>
                <a:cs typeface="+mn-lt"/>
              </a:rPr>
              <a:t>Testing Results: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Core features validated (analysis, scoring, reporting)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Stable performance on Azure deployment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Interface designed for simple and intuitive use</a:t>
            </a:r>
          </a:p>
        </p:txBody>
      </p:sp>
    </p:spTree>
    <p:extLst>
      <p:ext uri="{BB962C8B-B14F-4D97-AF65-F5344CB8AC3E}">
        <p14:creationId xmlns:p14="http://schemas.microsoft.com/office/powerpoint/2010/main" val="61299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1826-96F2-46F5-99D2-9A682754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Kanban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6F30A-D3BE-DB4E-75B9-DEE332F2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Completed sprint tasks and backlog items</a:t>
            </a:r>
          </a:p>
          <a:p>
            <a:r>
              <a:rPr lang="en-US"/>
              <a:t>Progress tracked through Kanban workflow</a:t>
            </a:r>
          </a:p>
          <a:p>
            <a:r>
              <a:rPr lang="en-US"/>
              <a:t>Tasks distributed across team members</a:t>
            </a:r>
          </a:p>
        </p:txBody>
      </p:sp>
      <p:pic>
        <p:nvPicPr>
          <p:cNvPr id="10" name="Picture 9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DD1ED3DD-3EF7-310B-69AC-0092700D1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74" y="3433403"/>
            <a:ext cx="5475796" cy="2305948"/>
          </a:xfrm>
          <a:prstGeom prst="rect">
            <a:avLst/>
          </a:prstGeom>
        </p:spPr>
      </p:pic>
      <p:pic>
        <p:nvPicPr>
          <p:cNvPr id="11" name="Picture 10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F1116775-B6CC-BAF1-EA41-15D9A3E76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503" y="117714"/>
            <a:ext cx="3066690" cy="606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9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859D-856E-22FC-DC11-5B8860FA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742E5-F680-3094-0076-44AE4CB0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Meetings with stakeholder, Trevor Kingsley, via Teams</a:t>
            </a:r>
          </a:p>
          <a:p>
            <a:r>
              <a:rPr lang="en-US"/>
              <a:t>Mom documented in GitHub: </a:t>
            </a:r>
            <a:r>
              <a:rPr lang="en-US">
                <a:ea typeface="+mn-lt"/>
                <a:cs typeface="+mn-lt"/>
                <a:hlinkClick r:id="rId2"/>
              </a:rPr>
              <a:t>MoM </a:t>
            </a:r>
            <a:r>
              <a:rPr lang="en-US" err="1">
                <a:ea typeface="+mn-lt"/>
                <a:cs typeface="+mn-lt"/>
                <a:hlinkClick r:id="rId2"/>
              </a:rPr>
              <a:t>Github</a:t>
            </a:r>
            <a:endParaRPr lang="en-US" err="1">
              <a:ea typeface="+mn-lt"/>
              <a:cs typeface="+mn-lt"/>
            </a:endParaRPr>
          </a:p>
          <a:p>
            <a:r>
              <a:rPr lang="en-US"/>
              <a:t>Feedback incorporated into system design and features</a:t>
            </a:r>
          </a:p>
          <a:p>
            <a:r>
              <a:rPr lang="en-US"/>
              <a:t>Key decisions: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Defined scoring model and evaluation criteria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Added fraud detection and essay analysis features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Approved dashboard updates and deployment direction</a:t>
            </a:r>
          </a:p>
          <a:p>
            <a:pPr marL="457200" lvl="1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8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862A-00AC-5169-2208-146533FD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Documentation and Final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D0863-5B66-B661-4CCA-5BEF116A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Handover Document: </a:t>
            </a:r>
            <a:r>
              <a:rPr lang="en-US" err="1">
                <a:ea typeface="+mn-lt"/>
                <a:cs typeface="+mn-lt"/>
                <a:hlinkClick r:id="rId2"/>
              </a:rPr>
              <a:t>IARA_Handover_Document</a:t>
            </a:r>
          </a:p>
          <a:p>
            <a:r>
              <a:rPr lang="en-US"/>
              <a:t>Final Report: </a:t>
            </a:r>
            <a:r>
              <a:rPr lang="en-US" dirty="0">
                <a:ea typeface="+mn-lt"/>
                <a:cs typeface="+mn-lt"/>
                <a:hlinkClick r:id="rId3"/>
              </a:rPr>
              <a:t>CptS423 - Final Report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2A86-51E4-F4E2-0D52-3E135C3C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Responsible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667F-E16B-06C8-CE9A-0C791D2D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ChatGPT and Claude assisted with debugging, documentation, and deployment guidance</a:t>
            </a:r>
          </a:p>
          <a:p>
            <a:r>
              <a:rPr lang="en-US"/>
              <a:t>All outputs reviewed and validated before use</a:t>
            </a:r>
          </a:p>
          <a:p>
            <a:r>
              <a:rPr lang="en-US"/>
              <a:t>Limitations Recognized: occasionally addressed symptoms rather than root causes, manual verification required</a:t>
            </a:r>
          </a:p>
          <a:p>
            <a:r>
              <a:rPr lang="en-US"/>
              <a:t>Final implementation and decisions remained team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81680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8376-6D9E-9B89-6DD4-68273EE8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Achievements 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1213A-E231-720D-9B56-9C7CC2CA6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Achievements</a:t>
            </a:r>
            <a:r>
              <a:rPr lang="en-US"/>
              <a:t>:</a:t>
            </a:r>
          </a:p>
          <a:p>
            <a:r>
              <a:rPr lang="en-US"/>
              <a:t>Completed full system integration and workflow</a:t>
            </a:r>
          </a:p>
          <a:p>
            <a:r>
              <a:rPr lang="en-US"/>
              <a:t>Successfully deployed system to a live environment</a:t>
            </a:r>
          </a:p>
          <a:p>
            <a:r>
              <a:rPr lang="en-US"/>
              <a:t>Delivered final client-ready application</a:t>
            </a:r>
          </a:p>
          <a:p>
            <a:pPr marL="0" indent="0">
              <a:buNone/>
            </a:pPr>
            <a:r>
              <a:rPr lang="en-US" b="1"/>
              <a:t>Challenges:</a:t>
            </a:r>
            <a:endParaRPr lang="en-US" b="1">
              <a:ea typeface="Calibri"/>
              <a:cs typeface="Calibri"/>
            </a:endParaRPr>
          </a:p>
          <a:p>
            <a:r>
              <a:rPr lang="en-US"/>
              <a:t>Code restructuring for deployment (container/cloud)</a:t>
            </a:r>
          </a:p>
          <a:p>
            <a:r>
              <a:rPr lang="en-US"/>
              <a:t>Memory limitations during hosting</a:t>
            </a:r>
          </a:p>
          <a:p>
            <a:pPr marL="0" indent="0">
              <a:buNone/>
            </a:pPr>
            <a:r>
              <a:rPr lang="en-US" b="1"/>
              <a:t>Solutions:</a:t>
            </a:r>
            <a:endParaRPr lang="en-US" b="1">
              <a:ea typeface="Calibri"/>
              <a:cs typeface="Calibri"/>
            </a:endParaRPr>
          </a:p>
          <a:p>
            <a:r>
              <a:rPr lang="en-US"/>
              <a:t>Refactored system for deployment compatibility</a:t>
            </a:r>
          </a:p>
          <a:p>
            <a:r>
              <a:rPr lang="en-US"/>
              <a:t>Adjusted deployment approach to improve stability</a:t>
            </a:r>
          </a:p>
        </p:txBody>
      </p:sp>
    </p:spTree>
    <p:extLst>
      <p:ext uri="{BB962C8B-B14F-4D97-AF65-F5344CB8AC3E}">
        <p14:creationId xmlns:p14="http://schemas.microsoft.com/office/powerpoint/2010/main" val="368087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5148-D2AB-1A3E-7AC6-E2E8F5C0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1F5C-7224-676B-DBD3-2A511348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160"/>
            <a:ext cx="4775200" cy="5228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What Worked Well:</a:t>
            </a:r>
          </a:p>
          <a:p>
            <a:r>
              <a:rPr lang="en-US" dirty="0"/>
              <a:t>Strong system design and feature integration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Successful deployment to a live environment</a:t>
            </a:r>
          </a:p>
          <a:p>
            <a:r>
              <a:rPr lang="en-US"/>
              <a:t>Clear project vision and functionality</a:t>
            </a:r>
          </a:p>
          <a:p>
            <a:pPr marL="0" indent="0">
              <a:buNone/>
            </a:pPr>
            <a:r>
              <a:rPr lang="en-US" b="1"/>
              <a:t>What Could Be Improved:</a:t>
            </a:r>
            <a:endParaRPr lang="en-US" b="1">
              <a:ea typeface="Calibri"/>
              <a:cs typeface="Calibri"/>
            </a:endParaRPr>
          </a:p>
          <a:p>
            <a:r>
              <a:rPr lang="en-US"/>
              <a:t>Earlier alignment on final delivery expectations</a:t>
            </a:r>
          </a:p>
          <a:p>
            <a:r>
              <a:rPr lang="en-US"/>
              <a:t>More structured feedback cycles during final stages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02F6C-0837-19A4-3451-5C337EC7838B}"/>
              </a:ext>
            </a:extLst>
          </p:cNvPr>
          <p:cNvSpPr txBox="1"/>
          <p:nvPr/>
        </p:nvSpPr>
        <p:spPr>
          <a:xfrm>
            <a:off x="5901267" y="1737360"/>
            <a:ext cx="4775200" cy="25699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81E32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Lessons Learned: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81E3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Importance of continuous client communication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81E3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Real-world deployment introduces new challenges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81E32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Agile process requires consistent iteration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2065037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451D-C82A-CC1F-B814-9997677F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Handover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63D6-CF4C-2548-0D36-64A2F3299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Fully developed and deployed decision-support system</a:t>
            </a:r>
          </a:p>
          <a:p>
            <a:r>
              <a:rPr lang="en-US"/>
              <a:t>Validated end-to-end functionality in live environment</a:t>
            </a:r>
          </a:p>
          <a:p>
            <a:r>
              <a:rPr lang="en-US"/>
              <a:t>Ready for real-world deployment with minimal configuration</a:t>
            </a:r>
          </a:p>
          <a:p>
            <a:r>
              <a:rPr lang="en-US"/>
              <a:t>System prepared for client handoff and future integration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Thank you to our professor Parteek Kumar and our stakeholder Trevor Kingsley.</a:t>
            </a:r>
          </a:p>
        </p:txBody>
      </p:sp>
    </p:spTree>
    <p:extLst>
      <p:ext uri="{BB962C8B-B14F-4D97-AF65-F5344CB8AC3E}">
        <p14:creationId xmlns:p14="http://schemas.microsoft.com/office/powerpoint/2010/main" val="15054463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981E32"/>
      </a:accent1>
      <a:accent2>
        <a:srgbClr val="981E32"/>
      </a:accent2>
      <a:accent3>
        <a:srgbClr val="464646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480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Calibri</vt:lpstr>
      <vt:lpstr>Calibri Light</vt:lpstr>
      <vt:lpstr>Courier New</vt:lpstr>
      <vt:lpstr>Retrospect</vt:lpstr>
      <vt:lpstr>International Admissions Rating Algorithm - IARA</vt:lpstr>
      <vt:lpstr>Introduction</vt:lpstr>
      <vt:lpstr>Sprint 6 Goals &amp; Objectives</vt:lpstr>
      <vt:lpstr>Feature Implementation &amp; Demo</vt:lpstr>
      <vt:lpstr>System Deployment</vt:lpstr>
      <vt:lpstr>Kanban Review</vt:lpstr>
      <vt:lpstr>Client Communication</vt:lpstr>
      <vt:lpstr>Documentation and Final Report</vt:lpstr>
      <vt:lpstr>Responsible Use of AI</vt:lpstr>
      <vt:lpstr>Sprint Achievements and Challenges</vt:lpstr>
      <vt:lpstr>Sprint Retrospective</vt:lpstr>
      <vt:lpstr>Conclusion &amp; Handover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panchal</dc:creator>
  <cp:lastModifiedBy>Panchal, Khushi</cp:lastModifiedBy>
  <cp:revision>5</cp:revision>
  <dcterms:created xsi:type="dcterms:W3CDTF">2026-04-17T01:51:10Z</dcterms:created>
  <dcterms:modified xsi:type="dcterms:W3CDTF">2026-04-25T00:13:32Z</dcterms:modified>
</cp:coreProperties>
</file>