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Economica"/>
      <p:regular r:id="rId15"/>
      <p:bold r:id="rId16"/>
      <p:italic r:id="rId17"/>
      <p:boldItalic r:id="rId18"/>
    </p:embeddedFont>
    <p:embeddedFont>
      <p:font typeface="Roboto Mono"/>
      <p:regular r:id="rId19"/>
      <p:bold r:id="rId20"/>
      <p:italic r:id="rId21"/>
      <p:boldItalic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22" Type="http://schemas.openxmlformats.org/officeDocument/2006/relationships/font" Target="fonts/RobotoMono-boldItalic.fntdata"/><Relationship Id="rId21" Type="http://schemas.openxmlformats.org/officeDocument/2006/relationships/font" Target="fonts/RobotoMono-italic.fntdata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Economica-regular.fntdata"/><Relationship Id="rId14" Type="http://schemas.openxmlformats.org/officeDocument/2006/relationships/slide" Target="slides/slide9.xml"/><Relationship Id="rId17" Type="http://schemas.openxmlformats.org/officeDocument/2006/relationships/font" Target="fonts/Economica-italic.fntdata"/><Relationship Id="rId16" Type="http://schemas.openxmlformats.org/officeDocument/2006/relationships/font" Target="fonts/Economica-bold.fntdata"/><Relationship Id="rId19" Type="http://schemas.openxmlformats.org/officeDocument/2006/relationships/font" Target="fonts/RobotoMono-regular.fntdata"/><Relationship Id="rId18" Type="http://schemas.openxmlformats.org/officeDocument/2006/relationships/font" Target="fonts/Economica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8ec5e22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8ec5e22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8ec5e2217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8ec5e2217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8ec5e2217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8ec5e2217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8ec5e2217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8ec5e2217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ec5e2217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8ec5e2217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8ec5e2217_2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8ec5e2217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8ec5e2217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8ec5e2217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8ec5e2217_2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8ec5e2217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2573700" y="1374598"/>
            <a:ext cx="3525600" cy="203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580"/>
              <a:t>International Applicant Rating Algorithm</a:t>
            </a:r>
            <a:endParaRPr sz="4580"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2990925" y="3224105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Khushi Panchal &amp; Steven </a:t>
            </a:r>
            <a:r>
              <a:rPr lang="en-GB"/>
              <a:t>Bennett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File Restructuring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Database Integration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Feedback Textbox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Redesigned Dashboard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Role-Based Login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API Improvements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Sprint 4 Overview	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File Restructuring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Objective: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Modular and maintainable code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Improvements:</a:t>
            </a:r>
            <a:br>
              <a:rPr b="1" lang="en-GB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Separated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services/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for NLP &amp; analysis logic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db/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folder for SQLite database handling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templates/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static/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for front-end separation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Easier testing, debugging, and future feature additions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Database Integration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Added </a:t>
            </a: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SQLite database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for secure and lightweight storage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Stores: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User credentials (hashed with SHA-256)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Student analytics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Feedback submissions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Ensures data persistence without heavy DB setup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Role-Based Login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Access levels implemented:</a:t>
            </a:r>
            <a:br>
              <a:rPr b="1" lang="en-GB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Admin: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Full access to all features, analytics, and feedback management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Reviewer: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Access to assigned applications, submit evaluations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Guest/User: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Limited or demo view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Added </a:t>
            </a: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SHA256</a:t>
            </a: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 hashed passwords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for security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Protects sensitive applicant data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Feedback Textbox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Interactive feedback feature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on dashboard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Users can: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Submit essay-specific comments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Provide suggestions or flag concerns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Feedback is saved in SQLite for future review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API Improvements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Enhanced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/api/analyze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/api/batch-analyze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endpoints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Features: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Error handling for missing fields or invalid input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Consistent JSON output for frontend integration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Supports batch analysis of multiple applicants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Backend is now more robust and production-ready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Dashboard Enhancements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Improved </a:t>
            </a: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UI for review and analytics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Features: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Detailed essay metrics (clarity, grammar, creativity)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Overall score &amp; recommendation display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Feedback submission panel integrated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Streamlines reviewer workflow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Sprint 4 Summary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Key Takeaways: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Modular, maintainable file structure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SQLite-based secure storage with password hashing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Role-based access control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Interactive feedback system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Robust API for individual &amp; batch analysis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Improved dashboard with detailed scoring metrics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